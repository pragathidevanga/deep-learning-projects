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389120"/>
            <a:ext cx="3840480" cy="384048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aidaily/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035101"/>
            <a:ext cx="764438" cy="7644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OUR DAILY LIFE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8680" y="35204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artificial intelligence quietly powers the apps and devices we use every day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Assignment  |  Topic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has moved from research labs into the palm of our hands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480560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5852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 is the ability of machines to perform tasks that normally need human intelligence — recognizing faces, understanding speech, predicting what we want next.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 longer a futuristic idea. It is already built into the smartphones, apps, and gadgets we use every single day, often without us noticing.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looks at five everyday places AI is already working for us: smartphones, social media, online shopping, maps &amp; navigation, and voice assistants.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60920" y="1691640"/>
            <a:ext cx="4251960" cy="448056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7" name="Text 5"/>
          <p:cNvSpPr/>
          <p:nvPr/>
        </p:nvSpPr>
        <p:spPr>
          <a:xfrm>
            <a:off x="7360920" y="228600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4B+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726680" y="333756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users worldwide interact with AI-powered features every day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9560" y="4572000"/>
            <a:ext cx="31546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484632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unlocking your phone to getting a movie recommendation — AI is the invisible assistant behind the scenes.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Smartphones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aidaily/icon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1282" y="515722"/>
            <a:ext cx="660197" cy="66019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257800" cy="2148840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18288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1" descr="/home/claude/aidaily/icon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9" y="1922069"/>
            <a:ext cx="590702" cy="5907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3080" y="18105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Photography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783080" y="2212848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detection, portrait mode, and auto-enhancement adjust every photo in real time.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72200" y="1554480"/>
            <a:ext cx="5257800" cy="2148840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11" name="Shape 7"/>
          <p:cNvSpPr/>
          <p:nvPr/>
        </p:nvSpPr>
        <p:spPr>
          <a:xfrm>
            <a:off x="6446520" y="18288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2" descr="/home/claude/aidaily/icon_fingerpr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89" y="1922069"/>
            <a:ext cx="590702" cy="5907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06640" y="18105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&amp; Fingerprint Unlock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406640" y="2212848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AI recognizes your face or fingerprint in a fraction of a second.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023360"/>
            <a:ext cx="5257800" cy="2148840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16" name="Shape 11"/>
          <p:cNvSpPr/>
          <p:nvPr/>
        </p:nvSpPr>
        <p:spPr>
          <a:xfrm>
            <a:off x="822960" y="42976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3" descr="/home/claude/aidaily/icon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9" y="4390949"/>
            <a:ext cx="590702" cy="5907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83080" y="42793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Typing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783080" y="4681728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Keyboards learn your writing style to suggest the next word or correct typos.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172200" y="4023360"/>
            <a:ext cx="5257800" cy="2148840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21" name="Shape 15"/>
          <p:cNvSpPr/>
          <p:nvPr/>
        </p:nvSpPr>
        <p:spPr>
          <a:xfrm>
            <a:off x="6446520" y="42976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4" descr="/home/claude/aidaily/icon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789" y="4390949"/>
            <a:ext cx="590702" cy="5907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06640" y="42793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&amp; Performance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7406640" y="4681728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app usage patterns to optimize battery life and speed.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Social Media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scroll, like, and share trains an algorithm working to hold your attention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aidaily/icon_hash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91109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10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Feeds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215798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ranks posts based on what you're most likely to engage with.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/home/claude/aidaily/icon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962656"/>
            <a:ext cx="521208" cy="521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862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Filters &amp; Effects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17320" y="320954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and image AI power real-time filters and effects.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9319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/home/claude/aidaily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014216"/>
            <a:ext cx="521208" cy="5212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9136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Advertisements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17320" y="426110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matches ads to your interests and browsing habits.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9834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/home/claude/aidaily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5065776"/>
            <a:ext cx="521208" cy="5212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965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Account Detection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17320" y="531266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bots, spam, and fake accounts to keep platforms safer.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Online Shopping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023360" cy="4434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21031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aidaily/icon_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3821" y="2223821"/>
            <a:ext cx="764438" cy="7644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38328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platforms use AI at every step — from the moment you search, to the product you finally buy.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937760" y="16002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/home/claude/aidaily/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083" y="1671523"/>
            <a:ext cx="451714" cy="4517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0" y="158191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669280" y="1911096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"Customers also bought" suggestions are powered by recommendation algorithms.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937760" y="26974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2" descr="/home/claude/aidaily/icon_com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083" y="2768803"/>
            <a:ext cx="451714" cy="4517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0" y="267919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Support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669280" y="3008376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 answer questions and resolve issues instantly, 24/7.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937760" y="37947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3" descr="/home/claude/aidaily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083" y="3866083"/>
            <a:ext cx="451714" cy="45171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69280" y="377647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669280" y="4105656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monitors transactions to catch suspicious or fraudulent payments.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937760" y="489204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4" descr="/home/claude/aidaily/icon_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083" y="4963363"/>
            <a:ext cx="451714" cy="45171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669280" y="487375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Delivery Tracking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5669280" y="5202936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delivery times and optimizes warehouse-to-door routing.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 &amp; Navigation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41148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aidaily/icon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1282" y="515722"/>
            <a:ext cx="660197" cy="66019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257800" cy="2148840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18288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1" descr="/home/claude/aidaily/icon_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9" y="1922069"/>
            <a:ext cx="590702" cy="5907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3080" y="18105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Route Planning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783080" y="2212848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calculates the fastest route by analyzing live road and traffic data.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72200" y="1554480"/>
            <a:ext cx="5257800" cy="2148840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11" name="Shape 7"/>
          <p:cNvSpPr/>
          <p:nvPr/>
        </p:nvSpPr>
        <p:spPr>
          <a:xfrm>
            <a:off x="6446520" y="18288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2" descr="/home/claude/aidaily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89" y="1922069"/>
            <a:ext cx="590702" cy="5907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06640" y="18105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Prediction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406640" y="2212848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forecasts congestion using historical travel patterns.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023360"/>
            <a:ext cx="5257800" cy="2148840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16" name="Shape 11"/>
          <p:cNvSpPr/>
          <p:nvPr/>
        </p:nvSpPr>
        <p:spPr>
          <a:xfrm>
            <a:off x="822960" y="42976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3" descr="/home/claude/aidaily/icon_weath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9" y="4390949"/>
            <a:ext cx="590702" cy="5907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83080" y="42793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&amp; Weather Awareness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783080" y="4681728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times adjust automatically for weather and road conditions.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172200" y="4023360"/>
            <a:ext cx="5257800" cy="2148840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21" name="Shape 15"/>
          <p:cNvSpPr/>
          <p:nvPr/>
        </p:nvSpPr>
        <p:spPr>
          <a:xfrm>
            <a:off x="6446520" y="42976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4" descr="/home/claude/aidaily/icon_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789" y="4390949"/>
            <a:ext cx="590702" cy="5907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06640" y="42793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Voice-Guided Directions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7406640" y="4681728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AI reads out turn-by-turn directions as you drive.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Assistants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Alexa, and Google Assistant use AI to understand and respond to natural speech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66360" y="2011680"/>
            <a:ext cx="1828800" cy="1828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aidaily/icon_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5816" y="2231136"/>
            <a:ext cx="1389888" cy="1389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1" descr="/home/claude/aidaily/icon_com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50" y="2179930"/>
            <a:ext cx="486461" cy="4864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816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48640" y="312724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your spoken words into text AI can understand.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2" descr="/home/claude/aidaily/icon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4374490"/>
            <a:ext cx="486461" cy="4864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50109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Understanding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548640" y="532180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out the intent behind what you say, not just the words.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3" descr="/home/claude/aidaily/icon_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850" y="2179930"/>
            <a:ext cx="486461" cy="4864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21040" y="2816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Control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321040" y="312724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on lights, sets alarms, and controls connected devices by voice.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321040" y="42976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4" descr="/home/claude/aidaily/icon_he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7850" y="4374490"/>
            <a:ext cx="486461" cy="48646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21040" y="50109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Responses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8321040" y="532180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preferences to give more relevant answers over time.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Challenges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daily life easier — but it brings real trade-offs too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526280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aidaily/icon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19860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with quick, automated tasks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personalized, relevant experiences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accuracy in searches and suggestions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technology more accessible and easy to use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452628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9202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aidaily/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797" y="198607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37960" y="26517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6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 over personal data collection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6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can reduce independent thinking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6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can reflect hidden bias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6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 from AI-driven cyber threats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7680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6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already part of our everyday routine — from unlocking our phones to getting directions home.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6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quietly in the background of our smartphones, social media, shopping apps, maps, and voice assistants, making daily tasks faster and more personalized.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6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AI keeps improving, it will become even more woven into daily life — making it important to use it responsibly and stay aware of its challenges.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869680" y="2194560"/>
            <a:ext cx="2194560" cy="2194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aidaily/icon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27" y="2457907"/>
            <a:ext cx="1667866" cy="16678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607040" y="4572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aidaily/icon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5795" y="555955"/>
            <a:ext cx="625450" cy="6254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874520"/>
            <a:ext cx="10332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Russell, S., &amp; Norvig, P. Artificial Intelligence: A Modern Approach. Pearson.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AI. "How Google Uses AI." ai.google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Statista. "Number of smartphone users worldwide." statista.com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IBM. "What is Artificial Intelligence (AI)?" ibm.com/topics/artificial-intelligence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Company. "The State of AI in 2024." mckinsey.com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2026-08-07T08:04:46Z</dcterms:created>
  <dcterms:modified xsi:type="dcterms:W3CDTF">2026-08-07T08:04:46Z</dcterms:modified>
</cp:coreProperties>
</file>